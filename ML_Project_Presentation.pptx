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From Scratch Implementation of XGBoost &amp; KNN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Coding Club IITG ML Module</a:t>
            </a:r>
          </a:p>
          <a:p>
            <a:r>
              <a:rPr lang="en-US" dirty="0" smtClean="0"/>
              <a:t>Naveen Chandra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Motivation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Understand </a:t>
            </a:r>
            <a:r>
              <a:rPr dirty="0"/>
              <a:t>ML algorithms by coding them from scratch</a:t>
            </a:r>
          </a:p>
          <a:p>
            <a:r>
              <a:rPr dirty="0" smtClean="0"/>
              <a:t>Learn </a:t>
            </a:r>
            <a:r>
              <a:rPr dirty="0"/>
              <a:t>optimization and fundamentals of ML</a:t>
            </a:r>
          </a:p>
          <a:p>
            <a:r>
              <a:rPr dirty="0" smtClean="0"/>
              <a:t>Goal</a:t>
            </a:r>
            <a:r>
              <a:rPr dirty="0"/>
              <a:t>: Implement KNN and </a:t>
            </a:r>
            <a:r>
              <a:rPr dirty="0" err="1"/>
              <a:t>XGBoost</a:t>
            </a:r>
            <a:r>
              <a:rPr dirty="0"/>
              <a:t> without using ML libraries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KNN Algorithm (From Scratch)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Idea</a:t>
            </a:r>
            <a:r>
              <a:rPr dirty="0"/>
              <a:t>: Classify a point based on its k nearest neighbors</a:t>
            </a:r>
          </a:p>
          <a:p>
            <a:r>
              <a:rPr dirty="0" smtClean="0"/>
              <a:t>Steps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dirty="0" smtClean="0"/>
              <a:t>   </a:t>
            </a:r>
            <a:r>
              <a:rPr dirty="0"/>
              <a:t>- Compute distances (Euclidean/others)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dirty="0" smtClean="0"/>
              <a:t>   </a:t>
            </a:r>
            <a:r>
              <a:rPr dirty="0"/>
              <a:t>- Sort &amp; pick k </a:t>
            </a:r>
            <a:r>
              <a:rPr dirty="0" smtClean="0"/>
              <a:t>nearest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</a:t>
            </a:r>
            <a:r>
              <a:rPr dirty="0" smtClean="0"/>
              <a:t>  </a:t>
            </a:r>
            <a:r>
              <a:rPr dirty="0"/>
              <a:t>- Majority vote / averaging</a:t>
            </a:r>
          </a:p>
          <a:p>
            <a:r>
              <a:rPr dirty="0" smtClean="0"/>
              <a:t>Challenges</a:t>
            </a:r>
            <a:r>
              <a:rPr dirty="0"/>
              <a:t>: efficiency on large datasets, tie-breaking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XGBoost Algorithm (From Scratch)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 smtClean="0"/>
              <a:t>Idea</a:t>
            </a:r>
            <a:r>
              <a:rPr dirty="0"/>
              <a:t>: Boosting with decision trees </a:t>
            </a:r>
            <a:r>
              <a:rPr lang="en-US" dirty="0" smtClean="0"/>
              <a:t>using gradients and hessians.</a:t>
            </a:r>
            <a:endParaRPr dirty="0"/>
          </a:p>
          <a:p>
            <a:r>
              <a:rPr dirty="0" smtClean="0"/>
              <a:t>Steps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dirty="0" smtClean="0"/>
              <a:t>   </a:t>
            </a:r>
            <a:r>
              <a:rPr dirty="0"/>
              <a:t>- Base learner = decision tree</a:t>
            </a:r>
          </a:p>
          <a:p>
            <a:pPr marL="0" indent="0">
              <a:buNone/>
            </a:pPr>
            <a:r>
              <a:rPr lang="en-US" dirty="0" smtClean="0"/>
              <a:t>	 </a:t>
            </a:r>
            <a:r>
              <a:rPr dirty="0" smtClean="0"/>
              <a:t>  </a:t>
            </a:r>
            <a:r>
              <a:rPr dirty="0"/>
              <a:t>- Fit new trees on residuals (gradients)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dirty="0" smtClean="0"/>
              <a:t>   </a:t>
            </a:r>
            <a:r>
              <a:rPr dirty="0"/>
              <a:t>- Combine predictions with weights</a:t>
            </a:r>
          </a:p>
          <a:p>
            <a:r>
              <a:rPr dirty="0" smtClean="0"/>
              <a:t>Challenges</a:t>
            </a:r>
            <a:r>
              <a:rPr dirty="0"/>
              <a:t>: </a:t>
            </a:r>
            <a:r>
              <a:rPr dirty="0" smtClean="0"/>
              <a:t>gradient</a:t>
            </a:r>
            <a:r>
              <a:rPr lang="en-US" dirty="0" smtClean="0"/>
              <a:t>s &amp; hessians</a:t>
            </a:r>
            <a:r>
              <a:rPr dirty="0" smtClean="0"/>
              <a:t> </a:t>
            </a:r>
            <a:r>
              <a:rPr dirty="0"/>
              <a:t>calculation, overfitting, </a:t>
            </a:r>
            <a:r>
              <a:rPr dirty="0" smtClean="0"/>
              <a:t>runtime</a:t>
            </a:r>
            <a:endParaRPr lang="en-US" dirty="0" smtClean="0"/>
          </a:p>
          <a:p>
            <a:r>
              <a:rPr lang="en-US" dirty="0"/>
              <a:t>Implemented in C++ (not optimized yet)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Tested </a:t>
            </a:r>
            <a:r>
              <a:rPr dirty="0"/>
              <a:t>on small datasets (e.g., </a:t>
            </a:r>
            <a:r>
              <a:rPr dirty="0" smtClean="0"/>
              <a:t>Iris</a:t>
            </a:r>
            <a:r>
              <a:rPr lang="en-US" dirty="0" smtClean="0"/>
              <a:t>, Fish</a:t>
            </a:r>
            <a:r>
              <a:rPr dirty="0" smtClean="0"/>
              <a:t>)</a:t>
            </a:r>
            <a:endParaRPr dirty="0"/>
          </a:p>
          <a:p>
            <a:r>
              <a:rPr dirty="0" smtClean="0"/>
              <a:t>Compared </a:t>
            </a:r>
            <a:r>
              <a:rPr dirty="0"/>
              <a:t>with </a:t>
            </a:r>
            <a:r>
              <a:rPr dirty="0" err="1"/>
              <a:t>sklearn</a:t>
            </a:r>
            <a:r>
              <a:rPr dirty="0"/>
              <a:t> for validation</a:t>
            </a:r>
          </a:p>
          <a:p>
            <a:r>
              <a:rPr dirty="0" smtClean="0"/>
              <a:t>Key </a:t>
            </a:r>
            <a:r>
              <a:rPr dirty="0"/>
              <a:t>Learnings: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dirty="0" smtClean="0"/>
              <a:t>   </a:t>
            </a:r>
            <a:r>
              <a:rPr dirty="0"/>
              <a:t>- Inner working of ML models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dirty="0" smtClean="0"/>
              <a:t>   </a:t>
            </a:r>
            <a:r>
              <a:rPr dirty="0"/>
              <a:t>- Importance of </a:t>
            </a:r>
            <a:r>
              <a:rPr dirty="0" smtClean="0"/>
              <a:t>optimization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101</Words>
  <Application>Microsoft Office PowerPoint</Application>
  <PresentationFormat>On-screen Show (4:3)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From Scratch Implementation of XGBoost &amp; KNN</vt:lpstr>
      <vt:lpstr>Motivation &amp; Objective</vt:lpstr>
      <vt:lpstr>KNN Algorithm (From Scratch)</vt:lpstr>
      <vt:lpstr>XGBoost Algorithm (From Scratch)</vt:lpstr>
      <vt:lpstr>Results &amp; Learnings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Scratch Implementation of XGBoost &amp; KNN</dc:title>
  <dc:subject/>
  <dc:creator>Naveen Chandra</dc:creator>
  <cp:keywords/>
  <dc:description>generated using python-pptx</dc:description>
  <cp:lastModifiedBy>admin</cp:lastModifiedBy>
  <cp:revision>6</cp:revision>
  <dcterms:created xsi:type="dcterms:W3CDTF">2013-01-27T09:14:16Z</dcterms:created>
  <dcterms:modified xsi:type="dcterms:W3CDTF">2025-08-16T11:23:12Z</dcterms:modified>
  <cp:category/>
</cp:coreProperties>
</file>